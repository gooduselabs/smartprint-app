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Tiêu đề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Điểm một</a:t>
            </a:r>
          </a:p>
          <a:p>
            <a:r>
              <a:t>Điểm hai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540000" cy="152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Hộp văn bản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